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Testomancer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every AI agent into a senior, ISTQB-aligned testing expert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|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Test Level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E2E tests for simple logic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Isolation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are fragile and hard to maintain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ignore industry best practices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Focus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paths often under-tested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Testomancer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skill that transforms any LLM into a senior testing expert using three proven frameworks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9202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ISTQB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terminology &amp; 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(Component → Integration → System → Acceptance)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9202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Pyramid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063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distribution: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Component / 20% Integration / 10% System &amp; Acceptance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19202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Guidelines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063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rules: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 • Surgical changes • Clear assumptions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Testomancer uses official ISTQB terminology throughout — no invented levels.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Codebase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Test Prioritization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Level-Specific Recommendations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560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Framework-Aware Library Suggestions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Code Templates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794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 Guidance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3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on Critical Paths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3A3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176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Feedback Loops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3A3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Test Maintenance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3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0880" y="2468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ISTQB-Aligned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release confidence • Lower risk • Fully auditable testing process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ISTQB Alignment &amp; Test Levels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051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554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&amp; modules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554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Logic, isolation, edge cases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194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interactions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21945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data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user journeys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Testing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validation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474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compliance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Testomancer strictly follows official ISTQB test levels — no invented terminology.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Deeper AppSec integration (SAST/DAST correlation)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Remote execution via ContinuousTesting platforms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Non-functional testing expansion (performance, security)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Advanced test data management &amp; synthetic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how your AI agents test?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run a 2-week pilot with your QA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Testomancer | github.com/OlivierBORDEREAU/ImTheTestomancerAndImTesting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Testomancer – Executive Summary</dc:title>
  <dc:subject>Turning AI Agents into ISTQB-Aligned Testing Experts</dc:subject>
  <dc:creator>Testomancer Team</dc:creator>
  <cp:lastModifiedBy>Testomancer Team</cp:lastModifiedBy>
  <cp:revision>1</cp:revision>
  <dcterms:created xsi:type="dcterms:W3CDTF">2026-04-19T14:04:57Z</dcterms:created>
  <dcterms:modified xsi:type="dcterms:W3CDTF">2026-04-19T14:04:57Z</dcterms:modified>
</cp:coreProperties>
</file>